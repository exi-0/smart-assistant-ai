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Query Report (Top 100)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Each slide represents one employee's query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Leslie Carpenter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8b54261e-7285-4d50-b3ed-2d4d0ac867cd</a:t>
            </a:r>
          </a:p>
          <a:p>
            <a:pPr>
              <a:defRPr sz="1400"/>
            </a:pPr>
            <a:r>
              <a:t>📧 Email: yholloway@brown.biz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2025-03-07 17:09:29</a:t>
            </a:r>
          </a:p>
          <a:p>
            <a:pPr>
              <a:defRPr sz="1400"/>
            </a:pPr>
            <a:r>
              <a:t>⚙ Status: Open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Out wish drive them knowledge interest over interview skill half right student catch. Traditional attention spend into. Almost for push since.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Tracy Mckinney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d1c52b48-0666-415a-8ee6-582693e7a719</a:t>
            </a:r>
          </a:p>
          <a:p>
            <a:pPr>
              <a:defRPr sz="1400"/>
            </a:pPr>
            <a:r>
              <a:t>📧 Email: barnesrichard@ali.net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2025-02-06 22:04:49</a:t>
            </a:r>
          </a:p>
          <a:p>
            <a:pPr>
              <a:defRPr sz="1400"/>
            </a:pPr>
            <a:r>
              <a:t>⚙ Status: In Progress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Leg positive start prepare none shoulder under worker lose all. Could skill policy improve rate station. Well democratic Democrat issue police structure 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Sandy Taylor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263f5eb0-cda9-49c9-81d5-7f11dbb3f061</a:t>
            </a:r>
          </a:p>
          <a:p>
            <a:pPr>
              <a:defRPr sz="1400"/>
            </a:pPr>
            <a:r>
              <a:t>📧 Email: donald85@krueger.info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2025-04-19 18:40:52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Common main lose scene owner wrong billion exist safe about let structure conference. Animal recently during soldier.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Kenneth Evans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94c35ce2-0599-476f-9da7-99666b970da2</a:t>
            </a:r>
          </a:p>
          <a:p>
            <a:pPr>
              <a:defRPr sz="1400"/>
            </a:pPr>
            <a:r>
              <a:t>📧 Email: lynchamanda@brooks.org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2025-02-23 00:23:02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Commercial attorney important kind top throw few result kid result. Drive total what. Decide cold board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Jennifer Allen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49051f38-e331-4cee-9f4f-8a5212d26e15</a:t>
            </a:r>
          </a:p>
          <a:p>
            <a:pPr>
              <a:defRPr sz="1400"/>
            </a:pPr>
            <a:r>
              <a:t>📧 Email: thomas43@yang.com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2025-01-14 19:19:46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Level degree east heart understand business your national own manage ball yourself. Audience activity anything.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Sonia Morgan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9f62cc12-d9b8-4025-b8f2-dc67dd970433</a:t>
            </a:r>
          </a:p>
          <a:p>
            <a:pPr>
              <a:defRPr sz="1400"/>
            </a:pPr>
            <a:r>
              <a:t>📧 Email: rojascraig@herrera.com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2025-01-07 00:40:32</a:t>
            </a:r>
          </a:p>
          <a:p>
            <a:pPr>
              <a:defRPr sz="1400"/>
            </a:pPr>
            <a:r>
              <a:t>⚙ Status: In Progress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Support science example indeed dinner wall just leg station. Film high food create goal increase. Subject training final deal address 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Jeremiah Garcia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218dc876-cfeb-4c7a-a3ab-fbc933998b8d</a:t>
            </a:r>
          </a:p>
          <a:p>
            <a:pPr>
              <a:defRPr sz="1400"/>
            </a:pPr>
            <a:r>
              <a:t>📧 Email: joshua58@morales.com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2025-05-04 12:18:12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Entire determine idea common clearly make side exist fish protect cold certain continue. Special song serious piece she see.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Susan Davis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359fcc93-13d9-4c95-aec4-6870749520b5</a:t>
            </a:r>
          </a:p>
          <a:p>
            <a:pPr>
              <a:defRPr sz="1400"/>
            </a:pPr>
            <a:r>
              <a:t>📧 Email: coxthomas@chase-johns.com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2025-06-23 13:55:46</a:t>
            </a:r>
          </a:p>
          <a:p>
            <a:pPr>
              <a:defRPr sz="1400"/>
            </a:pPr>
            <a:r>
              <a:t>⚙ Status: In Progress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Section make reduce too black life school write probably most PM. Benefit serve development especially best son into arrive.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Joy Lopez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2222df26-c242-43bd-bd07-d34e922ec6f8</a:t>
            </a:r>
          </a:p>
          <a:p>
            <a:pPr>
              <a:defRPr sz="1400"/>
            </a:pPr>
            <a:r>
              <a:t>📧 Email: charles48@miller.com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2025-01-18 12:10:38</a:t>
            </a:r>
          </a:p>
          <a:p>
            <a:pPr>
              <a:defRPr sz="1400"/>
            </a:pPr>
            <a:r>
              <a:t>⚙ Status: Open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Conference campaign mouth realize evening across second really reflect specific up growth. Brother military word. Hour memory data something 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Ronald Nicholson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5be3b032-1845-4cd7-ae5d-c429b763262c</a:t>
            </a:r>
          </a:p>
          <a:p>
            <a:pPr>
              <a:defRPr sz="1400"/>
            </a:pPr>
            <a:r>
              <a:t>📧 Email: marvinbrown@frank-clark.biz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2025-04-14 07:29:57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Compare than unit alone sense star. Sometimes majority activity ten. Job then short set ever history answer girl.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Willie Anderson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aaf08b39-7aac-4c7e-aa0c-f3be96b2437a</a:t>
            </a:r>
          </a:p>
          <a:p>
            <a:pPr>
              <a:defRPr sz="1400"/>
            </a:pPr>
            <a:r>
              <a:t>📧 Email: michelle41@jones.com</a:t>
            </a:r>
          </a:p>
          <a:p>
            <a:pPr>
              <a:defRPr sz="1400"/>
            </a:pPr>
            <a:r>
              <a:t>📋 Query Type: Onboarding issue</a:t>
            </a:r>
          </a:p>
          <a:p>
            <a:pPr>
              <a:defRPr sz="1400"/>
            </a:pPr>
            <a:r>
              <a:t>📅 Created At: 2025-03-05 21:22:00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Contain international pull do station can town account author. Others drug between keep town truth.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Beverly Freeman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4e43602f-c738-4e32-8d9e-46b8da0f5b82</a:t>
            </a:r>
          </a:p>
          <a:p>
            <a:pPr>
              <a:defRPr sz="1400"/>
            </a:pPr>
            <a:r>
              <a:t>📧 Email: adrian24@fernandez.info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2025-06-11 03:10:31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Moment stand defense learn low side more expert learn day minute. May blue minute and agency TV.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Christina Johnson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dd22a80e-5f36-4b17-ba80-ae34c0a66d21</a:t>
            </a:r>
          </a:p>
          <a:p>
            <a:pPr>
              <a:defRPr sz="1400"/>
            </a:pPr>
            <a:r>
              <a:t>📧 Email: ugarcia@davis-yoder.com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2025-05-06 20:01:08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Knowledge might little concern network together address dinner. Seat window action issue live everybody again. Already admit understand week season run.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Jesus Robinson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d763be1a-78e9-4ac8-b2fc-ed966b1250d6</a:t>
            </a:r>
          </a:p>
          <a:p>
            <a:pPr>
              <a:defRPr sz="1400"/>
            </a:pPr>
            <a:r>
              <a:t>📧 Email: lopezrodney@medina.biz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2025-02-26 15:40:59</a:t>
            </a:r>
          </a:p>
          <a:p>
            <a:pPr>
              <a:defRPr sz="1400"/>
            </a:pPr>
            <a:r>
              <a:t>⚙ Status: In Progress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Themselves possible medical former them alone career great field. Rise there theory soon decade.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Vincent Cox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8f87b394-1772-4010-96c3-6e5f518029c3</a:t>
            </a:r>
          </a:p>
          <a:p>
            <a:pPr>
              <a:defRPr sz="1400"/>
            </a:pPr>
            <a:r>
              <a:t>📧 Email: edwinschultz@miller.net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2025-05-11 01:32:59</a:t>
            </a:r>
          </a:p>
          <a:p>
            <a:pPr>
              <a:defRPr sz="1400"/>
            </a:pPr>
            <a:r>
              <a:t>⚙ Status: In Progress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Where radio notice here guess statement eight. Child third first out part.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Benjamin Wright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24434502-dba8-4239-9b1c-d5e7921a5b8a</a:t>
            </a:r>
          </a:p>
          <a:p>
            <a:pPr>
              <a:defRPr sz="1400"/>
            </a:pPr>
            <a:r>
              <a:t>📧 Email: ihart@howard.com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2025-03-27 04:43:35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While almost price special firm thousand place agency role fill him water than. Pattern general time relationship turn change.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Alyssa Williams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393999db-0d82-4590-bbb6-b35ca87905c2</a:t>
            </a:r>
          </a:p>
          <a:p>
            <a:pPr>
              <a:defRPr sz="1400"/>
            </a:pPr>
            <a:r>
              <a:t>📧 Email: nwheeler@branch.org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2025-03-20 05:59:03</a:t>
            </a:r>
          </a:p>
          <a:p>
            <a:pPr>
              <a:defRPr sz="1400"/>
            </a:pPr>
            <a:r>
              <a:t>⚙ Status: In Progress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Particular executive product until subject total one ago cultural discuss. Show pretty myself car. On win look.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Mariah Smith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617b68b3-510f-457b-aa95-97a9b20a971f</a:t>
            </a:r>
          </a:p>
          <a:p>
            <a:pPr>
              <a:defRPr sz="1400"/>
            </a:pPr>
            <a:r>
              <a:t>📧 Email: jenniferwilson@edwards-cantu.com</a:t>
            </a:r>
          </a:p>
          <a:p>
            <a:pPr>
              <a:defRPr sz="1400"/>
            </a:pPr>
            <a:r>
              <a:t>📋 Query Type: Onboarding issue</a:t>
            </a:r>
          </a:p>
          <a:p>
            <a:pPr>
              <a:defRPr sz="1400"/>
            </a:pPr>
            <a:r>
              <a:t>📅 Created At: 2025-06-09 03:01:08</a:t>
            </a:r>
          </a:p>
          <a:p>
            <a:pPr>
              <a:defRPr sz="1400"/>
            </a:pPr>
            <a:r>
              <a:t>⚙ Status: In Progress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Them daughter technology address step I vote. List show only.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Paul Wilson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0c4ad481-b3ea-4752-a5e4-170bbad30fd0</a:t>
            </a:r>
          </a:p>
          <a:p>
            <a:pPr>
              <a:defRPr sz="1400"/>
            </a:pPr>
            <a:r>
              <a:t>📧 Email: maryhall@brown.org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2025-01-14 01:28:33</a:t>
            </a:r>
          </a:p>
          <a:p>
            <a:pPr>
              <a:defRPr sz="1400"/>
            </a:pPr>
            <a:r>
              <a:t>⚙ Status: Open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Age artist only leader bed no according seem old hit. Shoulder buy lawyer including.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Whitney Stanley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2178bccc-ed32-482b-a9f4-6430dcedd359</a:t>
            </a:r>
          </a:p>
          <a:p>
            <a:pPr>
              <a:defRPr sz="1400"/>
            </a:pPr>
            <a:r>
              <a:t>📧 Email: josephball@burton.org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2025-02-04 14:11:22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Hour step in language meet bill past success miss sometimes reason range. Manager explain car program remember true newspaper. Too middle yet last assume assume tonight sea.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William Hood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8724451e-1d6b-46e9-bb45-3b095f45594e</a:t>
            </a:r>
          </a:p>
          <a:p>
            <a:pPr>
              <a:defRPr sz="1400"/>
            </a:pPr>
            <a:r>
              <a:t>📧 Email: zmaynard@neal.net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2025-03-22 04:43:09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Camera seek state charge air hand door. Stage move read pay either. Most moment two sure under anyone others.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Christopher Chavez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671c546b-ae5f-4fbe-b3b9-8df3dd1e48bf</a:t>
            </a:r>
          </a:p>
          <a:p>
            <a:pPr>
              <a:defRPr sz="1400"/>
            </a:pPr>
            <a:r>
              <a:t>📧 Email: jill81@bailey.org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2025-03-02 13:28:57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Still during view south ahead low send environmental item traditional standard six. Card artist personal wonder follow hour west. Case power summer develop consider entire red care.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James Sandoval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b76d525e-8934-4d52-b159-99633745836c</a:t>
            </a:r>
          </a:p>
          <a:p>
            <a:pPr>
              <a:defRPr sz="1400"/>
            </a:pPr>
            <a:r>
              <a:t>📧 Email: qfoster@larsen.com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2025-05-04 23:51:32</a:t>
            </a:r>
          </a:p>
          <a:p>
            <a:pPr>
              <a:defRPr sz="1400"/>
            </a:pPr>
            <a:r>
              <a:t>⚙ Status: Escalated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Full prevent meeting drive form much still. Expert finally return.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Eric Taylor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e869f82e-57d7-443c-ba51-5d638ffb080e</a:t>
            </a:r>
          </a:p>
          <a:p>
            <a:pPr>
              <a:defRPr sz="1400"/>
            </a:pPr>
            <a:r>
              <a:t>📧 Email: jcraig@rodriguez-henderson.org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2025-07-07 22:49:26</a:t>
            </a:r>
          </a:p>
          <a:p>
            <a:pPr>
              <a:defRPr sz="1400"/>
            </a:pPr>
            <a:r>
              <a:t>⚙ Status: In Progress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My computer weight benefit theory rise. Middle popular week would. Yeah without drive.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Christina Horton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64338a9a-7802-4c8d-bb8f-2d41f6ae4fff</a:t>
            </a:r>
          </a:p>
          <a:p>
            <a:pPr>
              <a:defRPr sz="1400"/>
            </a:pPr>
            <a:r>
              <a:t>📧 Email: yphillips@acevedo-miller.com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2025-04-18 18:14:03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Life western PM theory occur card exactly world program from. Total term human drop sound 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Sherry Hahn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4ffc4625-1639-47fb-8f0e-6f0c7d01ba94</a:t>
            </a:r>
          </a:p>
          <a:p>
            <a:pPr>
              <a:defRPr sz="1400"/>
            </a:pPr>
            <a:r>
              <a:t>📧 Email: crossjoel@young-greene.org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2025-07-03 21:03:32</a:t>
            </a:r>
          </a:p>
          <a:p>
            <a:pPr>
              <a:defRPr sz="1400"/>
            </a:pPr>
            <a:r>
              <a:t>⚙ Status: Resolved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News career either growth general magazine. Skill hospital eye.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Kathryn Williams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a8700ea2-406f-4a25-9026-5d91c9a4532e</a:t>
            </a:r>
          </a:p>
          <a:p>
            <a:pPr>
              <a:defRPr sz="1400"/>
            </a:pPr>
            <a:r>
              <a:t>📧 Email: aarongomez@myers-holmes.com</a:t>
            </a:r>
          </a:p>
          <a:p>
            <a:pPr>
              <a:defRPr sz="1400"/>
            </a:pPr>
            <a:r>
              <a:t>📋 Query Type: Onboarding issue</a:t>
            </a:r>
          </a:p>
          <a:p>
            <a:pPr>
              <a:defRPr sz="1400"/>
            </a:pPr>
            <a:r>
              <a:t>📅 Created At: 2025-05-06 00:09:24</a:t>
            </a:r>
          </a:p>
          <a:p>
            <a:pPr>
              <a:defRPr sz="1400"/>
            </a:pPr>
            <a:r>
              <a:t>⚙ Status: In Progress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Wonder partner certainly clear different house detail phone treat relate. Often road condition course.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Chase Frazier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21436084-f7e1-4524-af43-4d2bc6235a5b</a:t>
            </a:r>
          </a:p>
          <a:p>
            <a:pPr>
              <a:defRPr sz="1400"/>
            </a:pPr>
            <a:r>
              <a:t>📧 Email: james03@taylor.com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2025-07-06 12:42:02</a:t>
            </a:r>
          </a:p>
          <a:p>
            <a:pPr>
              <a:defRPr sz="1400"/>
            </a:pPr>
            <a:r>
              <a:t>⚙ Status: Open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About military full pressure dinner name same onto great almost item. Small admit stop rest she myself help. Improve their ask garden once reality section.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Maureen Hampton DVM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dd768db5-803b-4649-9a2e-8d9ccd844b2b</a:t>
            </a:r>
          </a:p>
          <a:p>
            <a:pPr>
              <a:defRPr sz="1400"/>
            </a:pPr>
            <a:r>
              <a:t>📧 Email: beniteznatalie@winters.com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2025-01-17 00:43:00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Market list administration only here identify theory thought final police particularly. Responsibility behavior everything professor management thought mention. Month all let music despite than set.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Grace Williams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2f1c5f53-a20c-4c96-8df2-c2e3eb7c4df4</a:t>
            </a:r>
          </a:p>
          <a:p>
            <a:pPr>
              <a:defRPr sz="1400"/>
            </a:pPr>
            <a:r>
              <a:t>📧 Email: larry40@matthews.info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2025-01-12 17:39:21</a:t>
            </a:r>
          </a:p>
          <a:p>
            <a:pPr>
              <a:defRPr sz="1400"/>
            </a:pPr>
            <a:r>
              <a:t>⚙ Status: Escalated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Option wind our who support nature check. Among cold if nation person ever. Million high able method who property.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James Moore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81c160a0-a7df-449b-b8d5-16dae98a8fe0</a:t>
            </a:r>
          </a:p>
          <a:p>
            <a:pPr>
              <a:defRPr sz="1400"/>
            </a:pPr>
            <a:r>
              <a:t>📧 Email: michellegilmore@henry-rodriguez.com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2025-01-24 15:31:24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Beyond her onto follow similar hour current director situation. Expert summer avoid nothing president bill.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William Robinson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0fc0cd0e-5317-47f3-8014-94d841fe589c</a:t>
            </a:r>
          </a:p>
          <a:p>
            <a:pPr>
              <a:defRPr sz="1400"/>
            </a:pPr>
            <a:r>
              <a:t>📧 Email: raymondevans@goodwin.org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2025-06-08 05:03:19</a:t>
            </a:r>
          </a:p>
          <a:p>
            <a:pPr>
              <a:defRPr sz="1400"/>
            </a:pPr>
            <a:r>
              <a:t>⚙ Status: Open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Establish industry clear they consumer culture hear. Itself conference course method. Time none nature result necessary base money tree.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Kevin Horton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a9c25d43-8e14-4717-89f2-5d25b4d24ba4</a:t>
            </a:r>
          </a:p>
          <a:p>
            <a:pPr>
              <a:defRPr sz="1400"/>
            </a:pPr>
            <a:r>
              <a:t>📧 Email: psims@barnes-collins.com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2025-02-03 06:32:12</a:t>
            </a:r>
          </a:p>
          <a:p>
            <a:pPr>
              <a:defRPr sz="1400"/>
            </a:pPr>
            <a:r>
              <a:t>⚙ Status: Resolved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Act those president community us laugh our player let kind technology music. Important news story environmental. Your sound skill interview walk already per.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Sarah Armstrong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7f94b883-9b57-45a4-9416-3cc44e976000</a:t>
            </a:r>
          </a:p>
          <a:p>
            <a:pPr>
              <a:defRPr sz="1400"/>
            </a:pPr>
            <a:r>
              <a:t>📧 Email: sean76@martinez.info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2025-07-05 22:06:23</a:t>
            </a:r>
          </a:p>
          <a:p>
            <a:pPr>
              <a:defRPr sz="1400"/>
            </a:pPr>
            <a:r>
              <a:t>⚙ Status: Escalated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Military degree common she degree arrive operation decade structure. Laugh man nothing role ready surface trial nearly.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Lisa Campbell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4b9e83c7-37ab-40c3-9ae4-400e7ef6b79b</a:t>
            </a:r>
          </a:p>
          <a:p>
            <a:pPr>
              <a:defRPr sz="1400"/>
            </a:pPr>
            <a:r>
              <a:t>📧 Email: uwarner@morrison.info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2025-01-09 17:13:54</a:t>
            </a:r>
          </a:p>
          <a:p>
            <a:pPr>
              <a:defRPr sz="1400"/>
            </a:pPr>
            <a:r>
              <a:t>⚙ Status: Open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Degree group begin onto simply picture environment. Upon attorney hope.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Mr. Aaron Brown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178fda04-2601-4647-8753-6989b964206e</a:t>
            </a:r>
          </a:p>
          <a:p>
            <a:pPr>
              <a:defRPr sz="1400"/>
            </a:pPr>
            <a:r>
              <a:t>📧 Email: jsummers@ferguson-sellers.com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2025-03-27 12:05:14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Open box your difficult the spend. Staff sport level still light page film.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Christian Ford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e5fc24a0-d7e2-45c1-a026-5e4f8891e1f7</a:t>
            </a:r>
          </a:p>
          <a:p>
            <a:pPr>
              <a:defRPr sz="1400"/>
            </a:pPr>
            <a:r>
              <a:t>📧 Email: michael41@miller.biz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2025-05-22 15:30:55</a:t>
            </a:r>
          </a:p>
          <a:p>
            <a:pPr>
              <a:defRPr sz="1400"/>
            </a:pPr>
            <a:r>
              <a:t>⚙ Status: In Progress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Less than collection around PM force own see standard nearly. Relate campaign modern else. Lay away itself experience letter within relate add.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Monica Lewis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fcf18899-838a-49d3-8c70-1d68c33ca9aa</a:t>
            </a:r>
          </a:p>
          <a:p>
            <a:pPr>
              <a:defRPr sz="1400"/>
            </a:pPr>
            <a:r>
              <a:t>📧 Email: hollowayryan@johnson.info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2025-04-13 14:31:05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Bad civil such discuss art least. Under outside take.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John Stokes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9424a096-b47d-4f48-9324-8b997c188737</a:t>
            </a:r>
          </a:p>
          <a:p>
            <a:pPr>
              <a:defRPr sz="1400"/>
            </a:pPr>
            <a:r>
              <a:t>📧 Email: oreyes@robinson-garcia.com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2025-02-04 12:45:52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Begin ball health mission almost term good hope owner such history also. Hit whole break away. Threat discuss authority hospital economic within trouble me.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Jody Williams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41d69c28-ecde-4f89-b6da-e89d5314385b</a:t>
            </a:r>
          </a:p>
          <a:p>
            <a:pPr>
              <a:defRPr sz="1400"/>
            </a:pPr>
            <a:r>
              <a:t>📧 Email: smithkenneth@martinez.com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2025-01-30 05:08:51</a:t>
            </a:r>
          </a:p>
          <a:p>
            <a:pPr>
              <a:defRPr sz="1400"/>
            </a:pPr>
            <a:r>
              <a:t>⚙ Status: In Progress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Reflect political several game require whether last news. Relationship national live company according century. Main seek sell dinner learn student market.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Keith Jackson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41d01127-1d56-4c4c-8f79-8e04f45eeb3c</a:t>
            </a:r>
          </a:p>
          <a:p>
            <a:pPr>
              <a:defRPr sz="1400"/>
            </a:pPr>
            <a:r>
              <a:t>📧 Email: sgilbert@avila.com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2025-05-11 10:09:46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There sit discuss Democrat window address list. System society already project.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Alice Lee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a75466b5-2033-4bf1-bcc1-5afc0f2138b8</a:t>
            </a:r>
          </a:p>
          <a:p>
            <a:pPr>
              <a:defRPr sz="1400"/>
            </a:pPr>
            <a:r>
              <a:t>📧 Email: randyschneider@kennedy-dennis.com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2025-01-15 17:03:36</a:t>
            </a:r>
          </a:p>
          <a:p>
            <a:pPr>
              <a:defRPr sz="1400"/>
            </a:pPr>
            <a:r>
              <a:t>⚙ Status: Resolved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Commercial follow ten Democrat family source. Throughout bag deep second commercial. Animal recently direction special test three.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Marcus Campbell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9d0c940f-a646-4b56-b505-26aebdd1e4ab</a:t>
            </a:r>
          </a:p>
          <a:p>
            <a:pPr>
              <a:defRPr sz="1400"/>
            </a:pPr>
            <a:r>
              <a:t>📧 Email: agalvan@turner.net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2025-06-26 04:12:41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Before should condition watch head environmental mind reach we government. Debate anyone firm dog development performance trial name. Foreign follow price wife culture meeting form.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Elizabeth Mercer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351c11b0-16f7-4963-b613-c5f86d0adcdb</a:t>
            </a:r>
          </a:p>
          <a:p>
            <a:pPr>
              <a:defRPr sz="1400"/>
            </a:pPr>
            <a:r>
              <a:t>📧 Email: eugene83@turner.com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2025-06-16 21:51:29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Citizen college ball thank simply subject necessary whom. Wish away do wall laugh weight while.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Cynthia Warren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f37a52b0-870f-4975-a9f3-fcc9ee159aa4</a:t>
            </a:r>
          </a:p>
          <a:p>
            <a:pPr>
              <a:defRPr sz="1400"/>
            </a:pPr>
            <a:r>
              <a:t>📧 Email: frank91@miller.com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2025-06-26 22:46:04</a:t>
            </a:r>
          </a:p>
          <a:p>
            <a:pPr>
              <a:defRPr sz="1400"/>
            </a:pPr>
            <a:r>
              <a:t>⚙ Status: Escalated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Must character local child only speak able seven lead. Student director early three cold hope drive. Drive election official century.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Megan Carter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fcae9e52-d372-46b4-87a9-860f344f4e32</a:t>
            </a:r>
          </a:p>
          <a:p>
            <a:pPr>
              <a:defRPr sz="1400"/>
            </a:pPr>
            <a:r>
              <a:t>📧 Email: jamespadilla@marshall-bradley.org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2025-03-01 12:03:58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Ball realize key dog eye son poor. Firm less ask prepare. Subject whole gas look.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Kristin Marshall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d46d9a54-1010-40f1-b833-a4a17fc977f3</a:t>
            </a:r>
          </a:p>
          <a:p>
            <a:pPr>
              <a:defRPr sz="1400"/>
            </a:pPr>
            <a:r>
              <a:t>📧 Email: ronaldjones@baxter.info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2025-04-07 23:16:24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Middle what community talk hope event father including list go either. Probably stock hand quality include ago democratic.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Garrett Mcdonald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9f899642-d83f-411f-918c-9779a5c652c5</a:t>
            </a:r>
          </a:p>
          <a:p>
            <a:pPr>
              <a:defRPr sz="1400"/>
            </a:pPr>
            <a:r>
              <a:t>📧 Email: jstanley@harris-cook.com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2025-01-13 07:23:06</a:t>
            </a:r>
          </a:p>
          <a:p>
            <a:pPr>
              <a:defRPr sz="1400"/>
            </a:pPr>
            <a:r>
              <a:t>⚙ Status: In Progress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Teacher around law image foreign stock cut when them. Road evening best drop adult conference everything pressure. Few though about lawyer hit service.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James Ortega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5f434e25-6a7b-4d26-a497-97a5e53b24c4</a:t>
            </a:r>
          </a:p>
          <a:p>
            <a:pPr>
              <a:defRPr sz="1400"/>
            </a:pPr>
            <a:r>
              <a:t>📧 Email: theresa83@hampton.com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2025-06-21 06:51:10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Admit group walk stay own traditional. Be record pretty improve sort either Mrs. Already recent allow people day quality exactly.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Daryl Robinson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f8650c3a-71d5-4fcb-abbe-e3811bf69208</a:t>
            </a:r>
          </a:p>
          <a:p>
            <a:pPr>
              <a:defRPr sz="1400"/>
            </a:pPr>
            <a:r>
              <a:t>📧 Email: beltrankristen@malone-donaldson.info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2025-04-24 11:54:15</a:t>
            </a:r>
          </a:p>
          <a:p>
            <a:pPr>
              <a:defRPr sz="1400"/>
            </a:pPr>
            <a:r>
              <a:t>⚙ Status: Open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Leader consider front assume nature discussion music account movement. Class job interview size control.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 Sherry Carlson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b6a4685d-e836-4620-82d9-acc9bf1d4b2c</a:t>
            </a:r>
          </a:p>
          <a:p>
            <a:pPr>
              <a:defRPr sz="1400"/>
            </a:pPr>
            <a:r>
              <a:t>📧 Email: todd79@morales-welch.biz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2025-06-22 02:01:22</a:t>
            </a:r>
          </a:p>
          <a:p>
            <a:pPr>
              <a:defRPr sz="1400"/>
            </a:pPr>
            <a:r>
              <a:t>⚙ Status: In Progress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Thing production young name rate sell occur minute. History those eye enough.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William Gibson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2eb3675f-0d2f-4923-93a9-67d1394d4114</a:t>
            </a:r>
          </a:p>
          <a:p>
            <a:pPr>
              <a:defRPr sz="1400"/>
            </a:pPr>
            <a:r>
              <a:t>📧 Email: nsmith@reeves-walker.com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2025-03-04 15:54:15</a:t>
            </a:r>
          </a:p>
          <a:p>
            <a:pPr>
              <a:defRPr sz="1400"/>
            </a:pPr>
            <a:r>
              <a:t>⚙ Status: Resolved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Talk structure probably create debate likely talk nearly head between may. Your trade speech eye practice.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Julia Rodriguez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902cb131-88e4-4c38-a727-470c9fe85d06</a:t>
            </a:r>
          </a:p>
          <a:p>
            <a:pPr>
              <a:defRPr sz="1400"/>
            </a:pPr>
            <a:r>
              <a:t>📧 Email: anthony73@matthews.biz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2025-05-15 09:39:03</a:t>
            </a:r>
          </a:p>
          <a:p>
            <a:pPr>
              <a:defRPr sz="1400"/>
            </a:pPr>
            <a:r>
              <a:t>⚙ Status: Open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Blood something a board administration eye. Establish door trouble agent pressure investment member.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Christopher Johnson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4259c16c-4124-4ad7-a9ef-6d3ad19bf877</a:t>
            </a:r>
          </a:p>
          <a:p>
            <a:pPr>
              <a:defRPr sz="1400"/>
            </a:pPr>
            <a:r>
              <a:t>📧 Email: allendiaz@hughes-hendricks.com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2025-01-01 12:08:03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Believe night yeah serious return yet thank service. Agency job school eat no. Father watch difference action agreement finish rest ground.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Carlos Barrera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e4938616-c869-4f4f-9807-ab33c83c2261</a:t>
            </a:r>
          </a:p>
          <a:p>
            <a:pPr>
              <a:defRPr sz="1400"/>
            </a:pPr>
            <a:r>
              <a:t>📧 Email: pearsondaniel@warner.com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2025-03-11 20:46:03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Item second sometimes this seat second fill gas. Either hit reality mind less.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Robert Miller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fa083e9c-725c-4ba4-90e8-2e378b865ff5</a:t>
            </a:r>
          </a:p>
          <a:p>
            <a:pPr>
              <a:defRPr sz="1400"/>
            </a:pPr>
            <a:r>
              <a:t>📧 Email: webbgina@carter-bryant.com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2025-04-02 08:44:08</a:t>
            </a:r>
          </a:p>
          <a:p>
            <a:pPr>
              <a:defRPr sz="1400"/>
            </a:pPr>
            <a:r>
              <a:t>⚙ Status: Open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Include keep scene security space inside medical war. Able professional network. Arrive thank soon raise star simply spend.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Martin Smith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451f040b-7b4a-41b2-9037-0d6e3a80eabb</a:t>
            </a:r>
          </a:p>
          <a:p>
            <a:pPr>
              <a:defRPr sz="1400"/>
            </a:pPr>
            <a:r>
              <a:t>📧 Email: bradleymedina@cain.com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2025-01-03 02:09:29</a:t>
            </a:r>
          </a:p>
          <a:p>
            <a:pPr>
              <a:defRPr sz="1400"/>
            </a:pPr>
            <a:r>
              <a:t>⚙ Status: Open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Tree memory piece wait dark idea break himself itself left which establish. Provide true fund whom news maybe.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Alicia Forbes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8850c136-ebbb-471c-a9d3-d77d07ab9b93</a:t>
            </a:r>
          </a:p>
          <a:p>
            <a:pPr>
              <a:defRPr sz="1400"/>
            </a:pPr>
            <a:r>
              <a:t>📧 Email: whitekathryn@hernandez.com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2025-01-24 04:22:19</a:t>
            </a:r>
          </a:p>
          <a:p>
            <a:pPr>
              <a:defRPr sz="1400"/>
            </a:pPr>
            <a:r>
              <a:t>⚙ Status: Open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Of join the my boy no sister often seven evidence. Campaign truth half result after. Data onto fire certain.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Peggy Mccall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faf50805-fc04-4337-a745-4e36fa3f4a5f</a:t>
            </a:r>
          </a:p>
          <a:p>
            <a:pPr>
              <a:defRPr sz="1400"/>
            </a:pPr>
            <a:r>
              <a:t>📧 Email: thomasisaac@long.info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2025-03-12 05:35:54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Message improve floor wrong successful tonight game necessary. Space spend to but it each.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Emily Burns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2d2d0006-ecbe-487d-ac4f-437092a7f377</a:t>
            </a:r>
          </a:p>
          <a:p>
            <a:pPr>
              <a:defRPr sz="1400"/>
            </a:pPr>
            <a:r>
              <a:t>📧 Email: mariapetty@moore.biz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2025-02-26 03:28:42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Hand art more shoulder class keep quickly. Mission garden growth series.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Timothy Paul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7df789c3-1dcc-472f-a2ec-8ca5a07fcc0e</a:t>
            </a:r>
          </a:p>
          <a:p>
            <a:pPr>
              <a:defRPr sz="1400"/>
            </a:pPr>
            <a:r>
              <a:t>📧 Email: ewyatt@cook.biz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2025-03-15 13:04:34</a:t>
            </a:r>
          </a:p>
          <a:p>
            <a:pPr>
              <a:defRPr sz="1400"/>
            </a:pPr>
            <a:r>
              <a:t>⚙ Status: Open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Someone interest nice since amount stand. Day onto possible look. Glass whole friend prevent marriage table stock Mr.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David Castillo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9d07371a-1b8f-44a6-8670-6e4b62956fd8</a:t>
            </a:r>
          </a:p>
          <a:p>
            <a:pPr>
              <a:defRPr sz="1400"/>
            </a:pPr>
            <a:r>
              <a:t>📧 Email: kimberly85@simmons.com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2025-02-12 02:21:40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Table check cause radio sometimes population turn small much. Never more break especially gas before.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Scott Bailey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cdd5d675-b9a4-40cc-a412-09e2390da6c5</a:t>
            </a:r>
          </a:p>
          <a:p>
            <a:pPr>
              <a:defRPr sz="1400"/>
            </a:pPr>
            <a:r>
              <a:t>📧 Email: kennedyemily@sanchez-kemp.org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2025-03-11 12:17:21</a:t>
            </a:r>
          </a:p>
          <a:p>
            <a:pPr>
              <a:defRPr sz="1400"/>
            </a:pPr>
            <a:r>
              <a:t>⚙ Status: Escalated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Walk other argue dinner behind situation thing draw show maintain possible. Weight author great understand.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Bryan Richardson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99f3e9aa-0855-467e-894a-cf482658fadd</a:t>
            </a:r>
          </a:p>
          <a:p>
            <a:pPr>
              <a:defRPr sz="1400"/>
            </a:pPr>
            <a:r>
              <a:t>📧 Email: moorechristopher@chung.com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2025-04-01 16:59:59</a:t>
            </a:r>
          </a:p>
          <a:p>
            <a:pPr>
              <a:defRPr sz="1400"/>
            </a:pPr>
            <a:r>
              <a:t>⚙ Status: In Progress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What wear front five even concern thing TV. Decade standard realize people bill force girl.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Amy Smith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8b5f209c-40fe-4ffd-b488-b00605bf384c</a:t>
            </a:r>
          </a:p>
          <a:p>
            <a:pPr>
              <a:defRPr sz="1400"/>
            </a:pPr>
            <a:r>
              <a:t>📧 Email: davismark@moore.biz</a:t>
            </a:r>
          </a:p>
          <a:p>
            <a:pPr>
              <a:defRPr sz="1400"/>
            </a:pPr>
            <a:r>
              <a:t>📋 Query Type: Leave balance info</a:t>
            </a:r>
          </a:p>
          <a:p>
            <a:pPr>
              <a:defRPr sz="1400"/>
            </a:pPr>
            <a:r>
              <a:t>📅 Created At: 2025-04-13 09:16:32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Bill past without brother sort wrong. Guess former break exist. A head break across strategy road identify really.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Michelle Leblanc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feb582af-18af-4d04-ac5e-f11cfe866a72</a:t>
            </a:r>
          </a:p>
          <a:p>
            <a:pPr>
              <a:defRPr sz="1400"/>
            </a:pPr>
            <a:r>
              <a:t>📧 Email: debra29@smith.org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2025-04-11 08:23:09</a:t>
            </a:r>
          </a:p>
          <a:p>
            <a:pPr>
              <a:defRPr sz="1400"/>
            </a:pPr>
            <a:r>
              <a:t>⚙ Status: Open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Wait head operation because goal professor eat key how American. Anything same after store.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Lisa Thomas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b472d382-f3fb-4dc7-87aa-9b23897de539</a:t>
            </a:r>
          </a:p>
          <a:p>
            <a:pPr>
              <a:defRPr sz="1400"/>
            </a:pPr>
            <a:r>
              <a:t>📧 Email: woodalicia@rodgers.biz</a:t>
            </a:r>
          </a:p>
          <a:p>
            <a:pPr>
              <a:defRPr sz="1400"/>
            </a:pPr>
            <a:r>
              <a:t>📋 Query Type: Onboarding issue</a:t>
            </a:r>
          </a:p>
          <a:p>
            <a:pPr>
              <a:defRPr sz="1400"/>
            </a:pPr>
            <a:r>
              <a:t>📅 Created At: 2025-05-02 04:30:03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Foot card detail total any body ten population fine article brother art. Administration surface family stuff raise worker.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Daniel Oliver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63aac2cb-3b32-4b06-b718-f0260009004f</a:t>
            </a:r>
          </a:p>
          <a:p>
            <a:pPr>
              <a:defRPr sz="1400"/>
            </a:pPr>
            <a:r>
              <a:t>📧 Email: davisrobin@ramirez.biz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2025-01-09 15:21:53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Somebody meet pattern memory probably experience western. Unit fill writer investment edge ahead including. They indeed agreement hit against.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Angela Sims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792533ce-49ca-44e0-a6e8-d5c7b46dec46</a:t>
            </a:r>
          </a:p>
          <a:p>
            <a:pPr>
              <a:defRPr sz="1400"/>
            </a:pPr>
            <a:r>
              <a:t>📧 Email: jimaguirre@blake.com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2025-03-06 09:18:18</a:t>
            </a:r>
          </a:p>
          <a:p>
            <a:pPr>
              <a:defRPr sz="1400"/>
            </a:pPr>
            <a:r>
              <a:t>⚙ Status: Resolved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Report executive physical business interview unit leave to then address four college. Kitchen mission level future.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Anthony Yoder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8ff2e50b-e832-42df-9b8b-3bc6b4e20d88</a:t>
            </a:r>
          </a:p>
          <a:p>
            <a:pPr>
              <a:defRPr sz="1400"/>
            </a:pPr>
            <a:r>
              <a:t>📧 Email: stephennavarro@campos.com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2025-02-15 06:11:51</a:t>
            </a:r>
          </a:p>
          <a:p>
            <a:pPr>
              <a:defRPr sz="1400"/>
            </a:pPr>
            <a:r>
              <a:t>⚙ Status: Resolved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She service performance later Mr population road later people since local even. Friend represent one professor.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Nancy Valdez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3bd2e89a-542e-4126-8410-ae3489b858b8</a:t>
            </a:r>
          </a:p>
          <a:p>
            <a:pPr>
              <a:defRPr sz="1400"/>
            </a:pPr>
            <a:r>
              <a:t>📧 Email: mcarter@reyes.com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2025-05-26 12:08:26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Back everything day involve door establish. Pattern second high easy participant yard.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Anthony Mendoza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1a64f8e5-493f-4a3c-80e4-58a511ccffc8</a:t>
            </a:r>
          </a:p>
          <a:p>
            <a:pPr>
              <a:defRPr sz="1400"/>
            </a:pPr>
            <a:r>
              <a:t>📧 Email: brian93@coleman.net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2025-05-16 16:42:47</a:t>
            </a:r>
          </a:p>
          <a:p>
            <a:pPr>
              <a:defRPr sz="1400"/>
            </a:pPr>
            <a:r>
              <a:t>⚙ Status: Resolved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Especially mother book wait senior right must. Once treatment soldier hour human international.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Devon Roberts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0fbbef53-9e4a-4337-a50e-164646c8e82e</a:t>
            </a:r>
          </a:p>
          <a:p>
            <a:pPr>
              <a:defRPr sz="1400"/>
            </a:pPr>
            <a:r>
              <a:t>📧 Email: vreid@wilson.com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2025-05-24 14:35:43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Evening lay what bill former attention. Industry toward body sister no head. Everyone begin coach purpose prevent add room woman.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Travis Collier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5697da74-8abd-41c1-b72f-f32f714ba2de</a:t>
            </a:r>
          </a:p>
          <a:p>
            <a:pPr>
              <a:defRPr sz="1400"/>
            </a:pPr>
            <a:r>
              <a:t>📧 Email: collinsjohn@ramsey.com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2025-06-07 23:49:04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Letter ok during again card college dream born free wife. Leader during hope visit.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Nicole Jenkins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7ed59099-8b92-4bc6-b613-8a2718ebf3e0</a:t>
            </a:r>
          </a:p>
          <a:p>
            <a:pPr>
              <a:defRPr sz="1400"/>
            </a:pPr>
            <a:r>
              <a:t>📧 Email: vicki81@davenport-pope.info</a:t>
            </a:r>
          </a:p>
          <a:p>
            <a:pPr>
              <a:defRPr sz="1400"/>
            </a:pPr>
            <a:r>
              <a:t>📋 Query Type: Document request</a:t>
            </a:r>
          </a:p>
          <a:p>
            <a:pPr>
              <a:defRPr sz="1400"/>
            </a:pPr>
            <a:r>
              <a:t>📅 Created At: 2025-02-06 09:55:38</a:t>
            </a:r>
          </a:p>
          <a:p>
            <a:pPr>
              <a:defRPr sz="1400"/>
            </a:pPr>
            <a:r>
              <a:t>⚙ Status: In Progress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Technology same option she senior Congress house bag for. Old space let building.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Emily Gamble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edf923d5-0061-4e06-849a-980c9f57dd9a</a:t>
            </a:r>
          </a:p>
          <a:p>
            <a:pPr>
              <a:defRPr sz="1400"/>
            </a:pPr>
            <a:r>
              <a:t>📧 Email: hillelizabeth@parker-howard.com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2025-03-02 08:47:30</a:t>
            </a:r>
          </a:p>
          <a:p>
            <a:pPr>
              <a:defRPr sz="1400"/>
            </a:pPr>
            <a:r>
              <a:t>⚙ Status: In Progress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A center act real set together despite voice democratic control ready. Similar clear none pressure wall. Clear sure own.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Kimberly Cruz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aafc6b87-af83-4dc5-9703-79c374346303</a:t>
            </a:r>
          </a:p>
          <a:p>
            <a:pPr>
              <a:defRPr sz="1400"/>
            </a:pPr>
            <a:r>
              <a:t>📧 Email: bruce96@bradley.biz</a:t>
            </a:r>
          </a:p>
          <a:p>
            <a:pPr>
              <a:defRPr sz="1400"/>
            </a:pPr>
            <a:r>
              <a:t>📋 Query Type: Onboarding issue</a:t>
            </a:r>
          </a:p>
          <a:p>
            <a:pPr>
              <a:defRPr sz="1400"/>
            </a:pPr>
            <a:r>
              <a:t>📅 Created At: 2025-05-18 17:04:30</a:t>
            </a:r>
          </a:p>
          <a:p>
            <a:pPr>
              <a:defRPr sz="1400"/>
            </a:pPr>
            <a:r>
              <a:t>⚙ Status: Resolved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Experience store whole past speak than. Democrat than smile carry. Central head over television happy state perform middle.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Michael Klein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63a6e0d8-e6d3-403a-8637-a165a63e7e99</a:t>
            </a:r>
          </a:p>
          <a:p>
            <a:pPr>
              <a:defRPr sz="1400"/>
            </a:pPr>
            <a:r>
              <a:t>📧 Email: rodriguezbenjamin@eaton-bryant.com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2025-03-01 20:09:35</a:t>
            </a:r>
          </a:p>
          <a:p>
            <a:pPr>
              <a:defRPr sz="1400"/>
            </a:pPr>
            <a:r>
              <a:t>⚙ Status: Resolved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Strong address present minute Republican run job quickly. Surface it boy middle idea.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William Yates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c3cd36fe-dc1e-4415-b9b8-c9e82ea422a6</a:t>
            </a:r>
          </a:p>
          <a:p>
            <a:pPr>
              <a:defRPr sz="1400"/>
            </a:pPr>
            <a:r>
              <a:t>📧 Email: samantha69@jimenez.info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2025-03-12 11:20:45</a:t>
            </a:r>
          </a:p>
          <a:p>
            <a:pPr>
              <a:defRPr sz="1400"/>
            </a:pPr>
            <a:r>
              <a:t>⚙ Status: Escalated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Pick clear majority support life spend box theory. Condition reflect of. Huge leg stuff cold edge.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Jason Landry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880e5d32-fd8a-4447-b449-3931620db46e</a:t>
            </a:r>
          </a:p>
          <a:p>
            <a:pPr>
              <a:defRPr sz="1400"/>
            </a:pPr>
            <a:r>
              <a:t>📧 Email: psmith@hoffman.com</a:t>
            </a:r>
          </a:p>
          <a:p>
            <a:pPr>
              <a:defRPr sz="1400"/>
            </a:pPr>
            <a:r>
              <a:t>📋 Query Type: Onboarding issue</a:t>
            </a:r>
          </a:p>
          <a:p>
            <a:pPr>
              <a:defRPr sz="1400"/>
            </a:pPr>
            <a:r>
              <a:t>📅 Created At: 2025-06-05 16:18:34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Money listen pull point agree chance network ahead. Page environmental top reality food community almost least. Remember decision law professor.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Michael Richardson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2736fc0c-882f-4ae5-b762-d84a6f6515f8</a:t>
            </a:r>
          </a:p>
          <a:p>
            <a:pPr>
              <a:defRPr sz="1400"/>
            </a:pPr>
            <a:r>
              <a:t>📧 Email: sarah64@lynn.com</a:t>
            </a:r>
          </a:p>
          <a:p>
            <a:pPr>
              <a:defRPr sz="1400"/>
            </a:pPr>
            <a:r>
              <a:t>📋 Query Type: Onboarding issue</a:t>
            </a:r>
          </a:p>
          <a:p>
            <a:pPr>
              <a:defRPr sz="1400"/>
            </a:pPr>
            <a:r>
              <a:t>📅 Created At: 2025-03-21 04:51:57</a:t>
            </a:r>
          </a:p>
          <a:p>
            <a:pPr>
              <a:defRPr sz="1400"/>
            </a:pPr>
            <a:r>
              <a:t>⚙ Status: Open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Capital leave financial weight whether parent view example never. Situation behavior dog wide glass measure.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Jason Munoz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d2cd7af3-d499-4a8c-a13e-e0f0b05f39aa</a:t>
            </a:r>
          </a:p>
          <a:p>
            <a:pPr>
              <a:defRPr sz="1400"/>
            </a:pPr>
            <a:r>
              <a:t>📧 Email: moralesnicole@gutierrez-ramos.com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2025-07-04 06:44:23</a:t>
            </a:r>
          </a:p>
          <a:p>
            <a:pPr>
              <a:defRPr sz="1400"/>
            </a:pPr>
            <a:r>
              <a:t>⚙ Status: Escalated | 🚦 Priority: Urgent</a:t>
            </a:r>
          </a:p>
          <a:p>
            <a:pPr>
              <a:defRPr sz="1400"/>
            </a:pPr>
            <a:r>
              <a:t>💬 Query:</a:t>
            </a:r>
            <a:br/>
            <a:r>
              <a:t>Mention in southern wonder kid second commercial director dream sign growth office ago. Late third sell middle discover. Rise other majority central operation statement when.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Joann Adams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ad63989d-4b26-4b73-8d42-5943a0b644bb</a:t>
            </a:r>
          </a:p>
          <a:p>
            <a:pPr>
              <a:defRPr sz="1400"/>
            </a:pPr>
            <a:r>
              <a:t>📧 Email: steventownsend@holland.com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2025-03-28 11:25:23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Senior official about leader now physical business political hot. Conference month cup hot instead. Star him tend source kind.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 Harris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30e535c8-6db9-49c0-8a12-b2be6ee5fba5</a:t>
            </a:r>
          </a:p>
          <a:p>
            <a:pPr>
              <a:defRPr sz="1400"/>
            </a:pPr>
            <a:r>
              <a:t>📧 Email: brownlauren@jackson-castillo.com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2025-01-22 11:02:51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Father around knowledge shake front design dinner few program yourself race this response. Meet fear remember nearly word impact treatment.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Nathaniel Campbell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25a10d9e-12bc-42d7-8812-12c85d1ab7c7</a:t>
            </a:r>
          </a:p>
          <a:p>
            <a:pPr>
              <a:defRPr sz="1400"/>
            </a:pPr>
            <a:r>
              <a:t>📧 Email: nicoleweaver@gallegos-davis.org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2025-01-09 15:49:19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Glass economic which general year man baby base in unit. Marriage catch behavior product chance writer. Quickly call and something.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Cassandra Tucker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38606512-a4da-4183-a9de-e7b117679ef4</a:t>
            </a:r>
          </a:p>
          <a:p>
            <a:pPr>
              <a:defRPr sz="1400"/>
            </a:pPr>
            <a:r>
              <a:t>📧 Email: jonesmichael@jones.com</a:t>
            </a:r>
          </a:p>
          <a:p>
            <a:pPr>
              <a:defRPr sz="1400"/>
            </a:pPr>
            <a:r>
              <a:t>📋 Query Type: Meeting room booking issue</a:t>
            </a:r>
          </a:p>
          <a:p>
            <a:pPr>
              <a:defRPr sz="1400"/>
            </a:pPr>
            <a:r>
              <a:t>📅 Created At: 2025-03-27 12:28:50</a:t>
            </a:r>
          </a:p>
          <a:p>
            <a:pPr>
              <a:defRPr sz="1400"/>
            </a:pPr>
            <a:r>
              <a:t>⚙ Status: Resolved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Hear share seem forward red case including early dog take speech hope. Detail model compare. Indicate say catch.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Courtney Oliver (Engineering)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bedec70f-7303-495e-b2d2-e6bdb54f1e4e</a:t>
            </a:r>
          </a:p>
          <a:p>
            <a:pPr>
              <a:defRPr sz="1400"/>
            </a:pPr>
            <a:r>
              <a:t>📧 Email: mgibson@robertson.com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2025-06-08 21:16:01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End last prove there pressure open claim think nor others practice discuss lay. Short let across product myself anyone water fact. If person crime wide movement usually trade.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Jamie Cox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ce94948b-9f3a-417f-bff0-6ebdda5ae812</a:t>
            </a:r>
          </a:p>
          <a:p>
            <a:pPr>
              <a:defRPr sz="1400"/>
            </a:pPr>
            <a:r>
              <a:t>📧 Email: christophermitchell@king-bowman.com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2025-03-15 14:24:35</a:t>
            </a:r>
          </a:p>
          <a:p>
            <a:pPr>
              <a:defRPr sz="1400"/>
            </a:pPr>
            <a:r>
              <a:t>⚙ Status: In Progress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General article staff audience camera lot. Red manage indeed nothing job mean month. Ahead help allow near read.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Anna Johnson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97da893f-8e2c-426a-b4de-ac12cd68607b</a:t>
            </a:r>
          </a:p>
          <a:p>
            <a:pPr>
              <a:defRPr sz="1400"/>
            </a:pPr>
            <a:r>
              <a:t>📧 Email: jonesbrittany@kelly-cherry.org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2025-03-12 01:43:17</a:t>
            </a:r>
          </a:p>
          <a:p>
            <a:pPr>
              <a:defRPr sz="1400"/>
            </a:pPr>
            <a:r>
              <a:t>⚙ Status: Escalated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Own stage actually only trip war. Reality sense manager career. Stay least positive cause role little sell.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Ryan Fletcher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d07a7bdd-4938-42ca-856d-334ededad67f</a:t>
            </a:r>
          </a:p>
          <a:p>
            <a:pPr>
              <a:defRPr sz="1400"/>
            </a:pPr>
            <a:r>
              <a:t>📧 Email: mariaphillips@dixon.org</a:t>
            </a:r>
          </a:p>
          <a:p>
            <a:pPr>
              <a:defRPr sz="1400"/>
            </a:pPr>
            <a:r>
              <a:t>📋 Query Type: System access request</a:t>
            </a:r>
          </a:p>
          <a:p>
            <a:pPr>
              <a:defRPr sz="1400"/>
            </a:pPr>
            <a:r>
              <a:t>📅 Created At: 2025-01-07 05:48:43</a:t>
            </a:r>
          </a:p>
          <a:p>
            <a:pPr>
              <a:defRPr sz="1400"/>
            </a:pPr>
            <a:r>
              <a:t>⚙ Status: Resolved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Majority remain course court police usually. Now star move thousand join house TV.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Patrick James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60125c83-c781-45bd-b322-e5a5d7c3aa5e</a:t>
            </a:r>
          </a:p>
          <a:p>
            <a:pPr>
              <a:defRPr sz="1400"/>
            </a:pPr>
            <a:r>
              <a:t>📧 Email: bakerderrick@lee.com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2025-06-08 07:49:12</a:t>
            </a:r>
          </a:p>
          <a:p>
            <a:pPr>
              <a:defRPr sz="1400"/>
            </a:pPr>
            <a:r>
              <a:t>⚙ Status: Open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Fact not value rate against wait discussion pull various. Rather stuff bar year family.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Charles Wilson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1d680a15-8584-47bf-903e-645534881aa8</a:t>
            </a:r>
          </a:p>
          <a:p>
            <a:pPr>
              <a:defRPr sz="1400"/>
            </a:pPr>
            <a:r>
              <a:t>📧 Email: jamesrodriguez@walker-rocha.com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2025-01-29 11:07:32</a:t>
            </a:r>
          </a:p>
          <a:p>
            <a:pPr>
              <a:defRPr sz="1400"/>
            </a:pPr>
            <a:r>
              <a:t>⚙ Status: Resolved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Heart fire study store agree will get there that usually little. Their analysis rich. Ago someone author shoulder maintain.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Matthew Price (IT)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92114a74-cecd-47d1-a458-b6c3593817fa</a:t>
            </a:r>
          </a:p>
          <a:p>
            <a:pPr>
              <a:defRPr sz="1400"/>
            </a:pPr>
            <a:r>
              <a:t>📧 Email: leah54@tran.net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2025-04-23 13:52:58</a:t>
            </a:r>
          </a:p>
          <a:p>
            <a:pPr>
              <a:defRPr sz="1400"/>
            </a:pPr>
            <a:r>
              <a:t>⚙ Status: Resolved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Direction door discover enough type theory. Short education employee it traditional two center.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Cynthia Le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787fa43e-4aa3-4637-b5dd-27176d865eb9</a:t>
            </a:r>
          </a:p>
          <a:p>
            <a:pPr>
              <a:defRPr sz="1400"/>
            </a:pPr>
            <a:r>
              <a:t>📧 Email: cameron98@bailey.com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2025-05-24 14:47:07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Market woman establish develop measure hospital this son early thus. Fear often modern look cause huge.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Teresa Thompson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33f39a44-ebdd-4ed4-b3b7-9ea136072ff7</a:t>
            </a:r>
          </a:p>
          <a:p>
            <a:pPr>
              <a:defRPr sz="1400"/>
            </a:pPr>
            <a:r>
              <a:t>📧 Email: ramseybenjamin@ramirez.com</a:t>
            </a:r>
          </a:p>
          <a:p>
            <a:pPr>
              <a:defRPr sz="1400"/>
            </a:pPr>
            <a:r>
              <a:t>📋 Query Type: IT support request</a:t>
            </a:r>
          </a:p>
          <a:p>
            <a:pPr>
              <a:defRPr sz="1400"/>
            </a:pPr>
            <a:r>
              <a:t>📅 Created At: 2025-05-30 22:44:44</a:t>
            </a:r>
          </a:p>
          <a:p>
            <a:pPr>
              <a:defRPr sz="1400"/>
            </a:pPr>
            <a:r>
              <a:t>⚙ Status: Open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Article back child hit travel draw. Throughout capital body people book ahead goal. Describe area economic hospital.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Adam Garcia (HR)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72e34013-c415-4aea-918c-76d4d7a0ad4a</a:t>
            </a:r>
          </a:p>
          <a:p>
            <a:pPr>
              <a:defRPr sz="1400"/>
            </a:pPr>
            <a:r>
              <a:t>📧 Email: josephpollard@rivas-dunn.com</a:t>
            </a:r>
          </a:p>
          <a:p>
            <a:pPr>
              <a:defRPr sz="1400"/>
            </a:pPr>
            <a:r>
              <a:t>📋 Query Type: Onboarding issue</a:t>
            </a:r>
          </a:p>
          <a:p>
            <a:pPr>
              <a:defRPr sz="1400"/>
            </a:pPr>
            <a:r>
              <a:t>📅 Created At: 2025-05-01 13:34:38</a:t>
            </a:r>
          </a:p>
          <a:p>
            <a:pPr>
              <a:defRPr sz="1400"/>
            </a:pPr>
            <a:r>
              <a:t>⚙ Status: Open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House strategy memory if sea consumer end. Environment adult last specific kid run future five. Apply nearly new live close or.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Ryan Norton (Marketing)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ac200c24-6bdc-4ec0-9b11-a40db3144156</a:t>
            </a:r>
          </a:p>
          <a:p>
            <a:pPr>
              <a:defRPr sz="1400"/>
            </a:pPr>
            <a:r>
              <a:t>📧 Email: michael38@bryant.com</a:t>
            </a:r>
          </a:p>
          <a:p>
            <a:pPr>
              <a:defRPr sz="1400"/>
            </a:pPr>
            <a:r>
              <a:t>📋 Query Type: Project details inquiry</a:t>
            </a:r>
          </a:p>
          <a:p>
            <a:pPr>
              <a:defRPr sz="1400"/>
            </a:pPr>
            <a:r>
              <a:t>📅 Created At: 2025-05-20 13:13:33</a:t>
            </a:r>
          </a:p>
          <a:p>
            <a:pPr>
              <a:defRPr sz="1400"/>
            </a:pPr>
            <a:r>
              <a:t>⚙ Status: Escalated | 🚦 Priority: High</a:t>
            </a:r>
          </a:p>
          <a:p>
            <a:pPr>
              <a:defRPr sz="1400"/>
            </a:pPr>
            <a:r>
              <a:t>💬 Query:</a:t>
            </a:r>
            <a:br/>
            <a:r>
              <a:t>Too blue practice short fact magazine third little bag paper. School him special cup clearly them. Piece also Republican gas standard page kind.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Carolyn Hale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617d5512-5d8c-4cf0-b21d-49c21be104e9</a:t>
            </a:r>
          </a:p>
          <a:p>
            <a:pPr>
              <a:defRPr sz="1400"/>
            </a:pPr>
            <a:r>
              <a:t>📧 Email: timothy28@james.com</a:t>
            </a:r>
          </a:p>
          <a:p>
            <a:pPr>
              <a:defRPr sz="1400"/>
            </a:pPr>
            <a:r>
              <a:t>📋 Query Type: HR question</a:t>
            </a:r>
          </a:p>
          <a:p>
            <a:pPr>
              <a:defRPr sz="1400"/>
            </a:pPr>
            <a:r>
              <a:t>📅 Created At: 2025-06-17 18:22:49</a:t>
            </a:r>
          </a:p>
          <a:p>
            <a:pPr>
              <a:defRPr sz="1400"/>
            </a:pPr>
            <a:r>
              <a:t>⚙ Status: In Progress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Hundred people laugh mouth item life us drug recent country. Old citizen month bill room.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Keith Moore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961f7f33-876a-407a-ac98-4c6a024e60f2</a:t>
            </a:r>
          </a:p>
          <a:p>
            <a:pPr>
              <a:defRPr sz="1400"/>
            </a:pPr>
            <a:r>
              <a:t>📧 Email: hannahrivera@larson.info</a:t>
            </a:r>
          </a:p>
          <a:p>
            <a:pPr>
              <a:defRPr sz="1400"/>
            </a:pPr>
            <a:r>
              <a:t>📋 Query Type: Travel reimbursement query</a:t>
            </a:r>
          </a:p>
          <a:p>
            <a:pPr>
              <a:defRPr sz="1400"/>
            </a:pPr>
            <a:r>
              <a:t>📅 Created At: 2025-01-12 06:31:27</a:t>
            </a:r>
          </a:p>
          <a:p>
            <a:pPr>
              <a:defRPr sz="1400"/>
            </a:pPr>
            <a:r>
              <a:t>⚙ Status: Resolved | 🚦 Priority: Medium</a:t>
            </a:r>
          </a:p>
          <a:p>
            <a:pPr>
              <a:defRPr sz="1400"/>
            </a:pPr>
            <a:r>
              <a:t>💬 Query:</a:t>
            </a:r>
            <a:br/>
            <a:r>
              <a:t>Drop coach religious enjoy goal others skill. Price executive enjoy fine reflect foreign natural. Gun record sometimes.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Robert Moss (Finance)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🆔 ID: a250bd3f-d1c1-4c1a-99d1-f04fdcacf4a9</a:t>
            </a:r>
          </a:p>
          <a:p>
            <a:pPr>
              <a:defRPr sz="1400"/>
            </a:pPr>
            <a:r>
              <a:t>📧 Email: ericksonsheryl@kelly.biz</a:t>
            </a:r>
          </a:p>
          <a:p>
            <a:pPr>
              <a:defRPr sz="1400"/>
            </a:pPr>
            <a:r>
              <a:t>📋 Query Type: Policy clarification</a:t>
            </a:r>
          </a:p>
          <a:p>
            <a:pPr>
              <a:defRPr sz="1400"/>
            </a:pPr>
            <a:r>
              <a:t>📅 Created At: 2025-04-23 21:47:17</a:t>
            </a:r>
          </a:p>
          <a:p>
            <a:pPr>
              <a:defRPr sz="1400"/>
            </a:pPr>
            <a:r>
              <a:t>⚙ Status: Open | 🚦 Priority: Low</a:t>
            </a:r>
          </a:p>
          <a:p>
            <a:pPr>
              <a:defRPr sz="1400"/>
            </a:pPr>
            <a:r>
              <a:t>💬 Query:</a:t>
            </a:r>
            <a:br/>
            <a:r>
              <a:t>Bed magazine relationship good amount oil respond generation dinner. Involve left door order quite close. Court wear also important.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